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4A1A6"/>
          </a:solidFill>
          <a:ln w="12700">
            <a:solidFill>
              <a:srgbClr val="14A1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7498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DF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PROJECT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" y="132588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RTL Test Generation,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Analysis and Verification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95528" y="33649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E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PyVerilog AST  →  Hermes AI  →  Icarus Verification  →  Coverage Feedback  →  Mutation Testing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" y="4663440"/>
            <a:ext cx="3218688" cy="932688"/>
          </a:xfrm>
          <a:prstGeom prst="roundRect">
            <a:avLst>
              <a:gd name="adj" fmla="val 1176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41832" y="4791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41832" y="52578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gates PASSED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4663440"/>
            <a:ext cx="3218688" cy="932688"/>
          </a:xfrm>
          <a:prstGeom prst="roundRect">
            <a:avLst>
              <a:gd name="adj" fmla="val 1176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61688" y="4791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61688" y="5257800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AI coverage · 5 trials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4663440"/>
            <a:ext cx="3218688" cy="932688"/>
          </a:xfrm>
          <a:prstGeom prst="roundRect">
            <a:avLst>
              <a:gd name="adj" fmla="val 1176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90688" y="47914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90688" y="525780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mutants killed · corrected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" y="6190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CCB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Simulation-only UART TX/RX case study  |  Evidence: 10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verification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automation needs a deterministic checker and honest experimental controls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" y="1371600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3816" y="14538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417320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Manually authored stimuli leave protocol corners untested.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2121408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" y="22037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random baselines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167128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Payload-only tests spend effort on repetitive loopback behavior.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" y="2871216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3816" y="2953512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risk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2916936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Unconstrained AI output is not a verified hardware test.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" y="3621024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13816" y="370332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risk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3666744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covered scenario may still miss a transient fault if the checker is disabled.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" y="4800600"/>
            <a:ext cx="10808208" cy="731520"/>
          </a:xfrm>
          <a:prstGeom prst="roundRect">
            <a:avLst>
              <a:gd name="adj" fmla="val 15000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1832" y="49743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goal: executable, constrained, coverage-guided RTL verification with independently checked results.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research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Architecture, verification effectiveness, fault sensitivity and valid comparison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298448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65960" y="1417320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Hermes produce valid executable UART scenarios?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6968" y="2313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965960" y="2267712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coverage compare with strong directed and random controls?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2999232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6968" y="31638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965960" y="3118104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scenarios detect real injected RTL faults?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3849624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86968" y="40142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65960" y="3968496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feedback close a measured, uncovered bin?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700016"/>
            <a:ext cx="10844784" cy="649224"/>
          </a:xfrm>
          <a:prstGeom prst="roundRect">
            <a:avLst>
              <a:gd name="adj" fmla="val 1690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86968" y="4864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965960" y="4818888"/>
            <a:ext cx="9052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architecture/PPA differences exist independent of AI?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" y="5824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8N1 UART TX/RX · CPB 8, 16, 32, 64 · no FPGA or silicon measurements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Phase-based project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the historical execution record with the reviewer-facing development explanation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" y="1673352"/>
            <a:ext cx="2642616" cy="1993392"/>
          </a:xfrm>
          <a:prstGeom prst="roundRect">
            <a:avLst>
              <a:gd name="adj" fmla="val 5505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" y="186537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RTL Design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" y="29260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3F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+ optimized UART TX/RX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9544" y="2286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3429000" y="1673352"/>
            <a:ext cx="2642616" cy="1993392"/>
          </a:xfrm>
          <a:prstGeom prst="roundRect">
            <a:avLst>
              <a:gd name="adj" fmla="val 550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11880" y="186537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RTL Knowledge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611880" y="29260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3F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PyVerilog AST → 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2286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382512" y="1673352"/>
            <a:ext cx="2642616" cy="1993392"/>
          </a:xfrm>
          <a:prstGeom prst="roundRect">
            <a:avLst>
              <a:gd name="adj" fmla="val 5505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65392" y="186537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Verification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65392" y="29260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3F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→ validator → Icarus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16568" y="2286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9336024" y="1673352"/>
            <a:ext cx="2642616" cy="1993392"/>
          </a:xfrm>
          <a:prstGeom prst="roundRect">
            <a:avLst>
              <a:gd name="adj" fmla="val 550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518904" y="186537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18904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UART Novelty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518904" y="29260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3F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Coverage, feedback, mutants, PPA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" y="4297680"/>
            <a:ext cx="10561320" cy="758952"/>
          </a:xfrm>
          <a:prstGeom prst="roundRect">
            <a:avLst>
              <a:gd name="adj" fmla="val 1445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05840" y="447141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original 18/18 technical audit  •  phase workflow 12/12  •  read-only Phase 4E audit PASS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historical results preserved; new experiments use timestamped result folders.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work and selected base paper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Closest prior art already covers LLM test generation and feedback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" y="1261872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3816" y="1344168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AutoBench · 2024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307592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HDL testbench generation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2002536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" y="2084832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CorrectBench · 2025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048256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self-correction of testbenches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" y="2743200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3816" y="28254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LLM4DV · 2025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2788920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LLM-generated hardware stimuli and coverage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" y="3483864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13816" y="356616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ChatTest · 2026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3529584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Coverage-aware LLM test augmentation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" y="4224528"/>
            <a:ext cx="10972800" cy="566928"/>
          </a:xfrm>
          <a:prstGeom prst="roundRect">
            <a:avLst>
              <a:gd name="adj" fmla="val 19355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3816" y="430682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AssertMiner-pro · 2026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40480" y="4270248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RTL AST-guided hierarchical assertion mining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5285232"/>
            <a:ext cx="10927080" cy="475488"/>
          </a:xfrm>
          <a:prstGeom prst="roundRect">
            <a:avLst>
              <a:gd name="adj" fmla="val 23077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2104" y="5413248"/>
            <a:ext cx="10588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scope differs: structured UART scenarios + deterministic Icarus oracle + repeatability + mutation evidence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paper versus proposed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AssertMiner-pro is a conceptual methodological reference, not a reproduced algorithm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5138928" cy="3474720"/>
          </a:xfrm>
          <a:prstGeom prst="roundRect">
            <a:avLst>
              <a:gd name="adj" fmla="val 315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14984" y="156362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ASSERTMINER-PRO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0704" y="222199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9304" y="20939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 / hierarchical guidance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60704" y="277063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89304" y="26426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output: module assertions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0704" y="331927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9304" y="319125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fine-grained specification mining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0704" y="386791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89304" y="373989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published assertion-centered study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325880"/>
            <a:ext cx="5138928" cy="3474720"/>
          </a:xfrm>
          <a:prstGeom prst="roundRect">
            <a:avLst>
              <a:gd name="adj" fmla="val 315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01384" y="15636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UART IMPLEMENTATION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47104" y="222199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75704" y="209397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PyVerilog UART knowledge model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47104" y="277063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75704" y="264261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output: whitelisted scenario JSON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47104" y="331927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75704" y="319125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executable functional coverage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47104" y="386791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75704" y="373989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Icarus + repeatability + 14 mutants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5230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claim numerical improvement over AssertMiner-pro; the outputs and benchmark scopes differ.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UART RTL and behavior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Simulation-only, parameterized 8N1 serial TX/RX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41248" y="1508760"/>
            <a:ext cx="2880360" cy="2011680"/>
          </a:xfrm>
          <a:prstGeom prst="roundRect">
            <a:avLst>
              <a:gd name="adj" fmla="val 5455"/>
            </a:avLst>
          </a:prstGeom>
          <a:solidFill>
            <a:srgbClr val="1A3651"/>
          </a:solidFill>
          <a:ln w="12700">
            <a:solidFill>
              <a:srgbClr val="1A365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1792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60704" y="23774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1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· data_in[7:0]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1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busy · done · tx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33088" y="20574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 frame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+ 8 data + stop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03320" y="2414016"/>
            <a:ext cx="3794760" cy="0"/>
          </a:xfrm>
          <a:prstGeom prst="line">
            <a:avLst/>
          </a:prstGeom>
          <a:noFill/>
          <a:ln w="27940">
            <a:solidFill>
              <a:srgbClr val="0B7F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02168" y="1792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02168" y="2377440"/>
            <a:ext cx="2670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C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 · data_out[7:0]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C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· framing_error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4050792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78992" y="4087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CPB = 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4050792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64992" y="4087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CPB = 16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4050792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50992" y="4087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CPB = 32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63840" y="4050792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936992" y="4087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CPB = 64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9834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frozen RTL source snapshots: baseline TX/RX and optimized TX/RX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AST-derived knowledge and test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automated before any model request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80160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146304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4640" y="1280160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08960" y="14447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UART RTL modules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50592" y="1993392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2212848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239572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34640" y="2212848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108960" y="23774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PyVerilog AST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450592" y="2926080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3145536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05840" y="3328416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34640" y="3145536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108960" y="33101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UART structural knowledge JSON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450592" y="3858768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4078224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4261104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834640" y="4078224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108960" y="424281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defined protocol coverage bins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450592" y="4791456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7240" y="5010912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05840" y="5193792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834640" y="5010912"/>
            <a:ext cx="7772400" cy="658368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108960" y="517550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constrained scenario request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22960" y="6053328"/>
            <a:ext cx="2944368" cy="384048"/>
          </a:xfrm>
          <a:prstGeom prst="roundRect">
            <a:avLst>
              <a:gd name="adj" fmla="val 2381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96112" y="608990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Hash-verified source model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→ validated testbench → simulator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response is a proposal. The simulation oracle decides pass/fail.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5528" y="135331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43560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99616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140360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UART AST knowledge + objectives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" y="217627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2688" y="225856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9616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222656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JSON scenario proposals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5528" y="299923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2688" y="308152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9616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0" y="304952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actions, payloads, schema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5528" y="382219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2688" y="390448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99616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0" y="387248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Self-checking Verilog testbench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5528" y="464515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2688" y="4727448"/>
            <a:ext cx="192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99616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Icarus + vvp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14800" y="469544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Assertions and functional-bin hits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5669280"/>
            <a:ext cx="10643616" cy="438912"/>
          </a:xfrm>
          <a:prstGeom prst="roundRect">
            <a:avLst>
              <a:gd name="adj" fmla="val 2500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78992" y="576986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bridge + schema validation + Icarus checking · all four CPB settings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comparison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initial scenarios per suite; simulation cycles and model cost reported separately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58952" y="1609344"/>
            <a:ext cx="2569464" cy="2788920"/>
          </a:xfrm>
          <a:prstGeom prst="roundRect">
            <a:avLst>
              <a:gd name="adj" fmla="val 427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1938528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24128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3182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random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374904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seeds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11880" y="1609344"/>
            <a:ext cx="2569464" cy="2788920"/>
          </a:xfrm>
          <a:prstGeom prst="roundRect">
            <a:avLst>
              <a:gd name="adj" fmla="val 427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77056" y="1938528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877056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77056" y="3182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random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77056" y="374904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seeds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64808" y="1609344"/>
            <a:ext cx="2569464" cy="2788920"/>
          </a:xfrm>
          <a:prstGeom prst="roundRect">
            <a:avLst>
              <a:gd name="adj" fmla="val 427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29984" y="1938528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729984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9984" y="3182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directed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29984" y="374904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curated suite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17736" y="1609344"/>
            <a:ext cx="2569464" cy="2788920"/>
          </a:xfrm>
          <a:prstGeom prst="roundRect">
            <a:avLst>
              <a:gd name="adj" fmla="val 427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582912" y="1938528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582912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82912" y="318211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AI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82912" y="3749040"/>
            <a:ext cx="2039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fresh model calls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" y="51389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Caveat: equal test counts do not imply equal cycles, preparation time, tokens or monetary cost.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Coverage: model vs baseline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ten-bin functional coverage, not full RTL statement/branch coverage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pic>
        <p:nvPicPr>
          <p:cNvPr id="9" name="Image 0" descr="/mnt/data/phase4f_figures/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35024"/>
            <a:ext cx="6784848" cy="4087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74152" y="1545336"/>
            <a:ext cx="3200400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29600" y="16550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98%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8229600" y="223113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Hermes · 5 calls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74152" y="2816352"/>
            <a:ext cx="3200400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22960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8229600" y="350215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directed · 1 suite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74152" y="416052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275320" y="430682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does not beat the strong directed control.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" y="57881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random: 13% mean · Protocol-aware random: 69% mean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Hermes repeatability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live model generations; valid outputs and passing Icarus simulations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41832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35024" y="2221992"/>
            <a:ext cx="1124712" cy="2103120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25880" y="181051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6152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63824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557016" y="2221992"/>
            <a:ext cx="1124712" cy="2103120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47872" y="181051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38144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85816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779008" y="2221992"/>
            <a:ext cx="1124712" cy="2103120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769864" y="181051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0136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07808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001000" y="2221992"/>
            <a:ext cx="1124712" cy="2103120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991856" y="181051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82128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29800" y="1609344"/>
            <a:ext cx="1929384" cy="3291840"/>
          </a:xfrm>
          <a:prstGeom prst="roundRect">
            <a:avLst>
              <a:gd name="adj" fmla="val 568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222992" y="2432304"/>
            <a:ext cx="1124712" cy="1892808"/>
          </a:xfrm>
          <a:prstGeom prst="rect">
            <a:avLst/>
          </a:prstGeom>
          <a:solidFill>
            <a:srgbClr val="E6A24B"/>
          </a:solidFill>
          <a:ln w="12700">
            <a:solidFill>
              <a:srgbClr val="E6A24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213848" y="202082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104120" y="44256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24128" y="5212080"/>
            <a:ext cx="3099816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79576" y="5321808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98%</a:t>
            </a:r>
            <a:endParaRPr lang="en-US" sz="2900" dirty="0"/>
          </a:p>
        </p:txBody>
      </p:sp>
      <p:sp>
        <p:nvSpPr>
          <p:cNvPr id="31" name="Text 29"/>
          <p:cNvSpPr/>
          <p:nvPr/>
        </p:nvSpPr>
        <p:spPr>
          <a:xfrm>
            <a:off x="1179576" y="5897880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ten-bin coverage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26280" y="5212080"/>
            <a:ext cx="3255264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681728" y="53218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182,040</a:t>
            </a:r>
            <a:endParaRPr lang="en-US" sz="2900" dirty="0"/>
          </a:p>
        </p:txBody>
      </p:sp>
      <p:sp>
        <p:nvSpPr>
          <p:cNvPr id="34" name="Text 32"/>
          <p:cNvSpPr/>
          <p:nvPr/>
        </p:nvSpPr>
        <p:spPr>
          <a:xfrm>
            <a:off x="4681728" y="5897880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failed checks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47888" y="5212080"/>
            <a:ext cx="2898648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403336" y="5321808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2900" dirty="0"/>
          </a:p>
        </p:txBody>
      </p:sp>
      <p:sp>
        <p:nvSpPr>
          <p:cNvPr id="37" name="Text 35"/>
          <p:cNvSpPr/>
          <p:nvPr/>
        </p:nvSpPr>
        <p:spPr>
          <a:xfrm>
            <a:off x="8403336" y="5897880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Full-coverage trials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Mutation-based fault sensitivity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test suites · 14 fault operators · 4 CPB values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pic>
        <p:nvPicPr>
          <p:cNvPr id="9" name="Image 0" descr="/mnt/data/phase4f_figures/mu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97864"/>
            <a:ext cx="7406640" cy="4160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39328" y="1508760"/>
            <a:ext cx="2834640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494776" y="1618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1,512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8494776" y="21945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Mutant simulations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39328" y="2779776"/>
            <a:ext cx="2834640" cy="1115568"/>
          </a:xfrm>
          <a:prstGeom prst="roundRect">
            <a:avLst>
              <a:gd name="adj" fmla="val 9836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494776" y="28895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8494776" y="346557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controls passed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21040" y="4142232"/>
            <a:ext cx="2889504" cy="886968"/>
          </a:xfrm>
          <a:prstGeom prst="roundRect">
            <a:avLst>
              <a:gd name="adj" fmla="val 1237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494776" y="4297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checker: AI = directed = 14/14 mutant types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5751576"/>
            <a:ext cx="10561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score applies only to fourteen chosen operators; it does not guarantee no other RTL faults.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100% coverage was not enough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diagnosis of reset observability in the verification oracle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58952" y="1426464"/>
            <a:ext cx="5166360" cy="2231136"/>
          </a:xfrm>
          <a:prstGeom prst="roundRect">
            <a:avLst>
              <a:gd name="adj" fmla="val 491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1682496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CHECKER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4984" y="2194560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TX_RESET_BUSY_FAULT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/ 108 detected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254496" y="1426464"/>
            <a:ext cx="5166360" cy="2231136"/>
          </a:xfrm>
          <a:prstGeom prst="roundRect">
            <a:avLst>
              <a:gd name="adj" fmla="val 4918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01384" y="16824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RESET ASSERTION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01384" y="21945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8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 / 108 detected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78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reset-only comparison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417880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43000" y="4050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active-transfer reset mismatch was ignored by the original continuous checker.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477316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43000" y="46451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independent reset-cycle probe killed the mutant at CPB 8, 16, 32 and 64.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4984" y="5596128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Lesson: test stimulus, coverage metric and observation oracle are distinct verification components.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coverage feedback experiment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Trial 5 missed edge_81: loopback byte 0x81 (decimal 129)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536192"/>
            <a:ext cx="2926080" cy="2048256"/>
          </a:xfrm>
          <a:prstGeom prst="roundRect">
            <a:avLst>
              <a:gd name="adj" fmla="val 535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52144" y="1847088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52144" y="229514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152144" y="2990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AI scenarios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41648" y="2313432"/>
            <a:ext cx="630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4837176" y="1536192"/>
            <a:ext cx="2926080" cy="2048256"/>
          </a:xfrm>
          <a:prstGeom prst="roundRect">
            <a:avLst>
              <a:gd name="adj" fmla="val 535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74920" y="1847088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FEEDBACK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65776" y="2295144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074920" y="29900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AI scenarios + 1 call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46136" y="2304288"/>
            <a:ext cx="55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668512" y="1536192"/>
            <a:ext cx="2606040" cy="2048256"/>
          </a:xfrm>
          <a:prstGeom prst="roundRect">
            <a:avLst>
              <a:gd name="adj" fmla="val 535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06256" y="1847088"/>
            <a:ext cx="2167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06256" y="22951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906256" y="2990088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directed scenarios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4334256"/>
            <a:ext cx="10543032" cy="804672"/>
          </a:xfrm>
          <a:prstGeom prst="roundRect">
            <a:avLst>
              <a:gd name="adj" fmla="val 13636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15568" y="45079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Demonstrated: executable AI-assisted closure. Not demonstrated: higher final coverage than matched directed feedback.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Architecture/PPA is a separate contribution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Nangate45 technology-mapped pre-layout estimates — not AI-generated silicon gains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86384" y="1389888"/>
            <a:ext cx="10698480" cy="969264"/>
          </a:xfrm>
          <a:prstGeom prst="roundRect">
            <a:avLst>
              <a:gd name="adj" fmla="val 1132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69848" y="1517904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TX + RX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0" y="16184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450.604 µm²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58784" y="161848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370.282 µW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6384" y="2569464"/>
            <a:ext cx="10698480" cy="969264"/>
          </a:xfrm>
          <a:prstGeom prst="roundRect">
            <a:avLst>
              <a:gd name="adj" fmla="val 11321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69848" y="269748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optimized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486400" y="27980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440.230 µm²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58784" y="279806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392.761 µW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86384" y="3749040"/>
            <a:ext cx="10698480" cy="969264"/>
          </a:xfrm>
          <a:prstGeom prst="roundRect">
            <a:avLst>
              <a:gd name="adj" fmla="val 11321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69848" y="387705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TX base + RX opt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0" y="3977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425.600 µm²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58784" y="397764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8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366.547 µW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0976" y="5230368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24128" y="52669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Hybrid: area −5.55%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35424" y="5230368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08576" y="52669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Est. power −1.01%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5824728"/>
            <a:ext cx="10351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estimates depend on mapped library, synthesis/activity assumptions and flow.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contribution vs. research limits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Defensible novelty is an auditable integration and evaluation, not firstness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5528" y="1316736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2416" y="153619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8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4984" y="2157984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43584" y="2029968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 → constrained Hermes → simulator pipeline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14984" y="2743200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43584" y="2615184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fresh trials; 98% mean defined-bin coverage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4984" y="3328416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43584" y="3200400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14-mutant oracle evaluation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14984" y="391363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43584" y="3785616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90% → 100% feedback closure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4984" y="449884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43584" y="4370832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pre-layout UART architecture tradeoff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45352" y="1316736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0" y="1536192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SUPPORTED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73952" y="2157984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02552" y="202996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First-ever LLM coverage-feedback method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73952" y="2743200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02552" y="261518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than expert directed verification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73952" y="3328416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02552" y="32004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 to independent RTL families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73952" y="391363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02552" y="378561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verification of all possible faults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73952" y="449884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02552" y="437083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Silicon power/PPA improvement caused by AI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Phase-based evidence and reproducibility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independent audit layers plus user-verified experiment JSON files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23444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87552" y="133502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gate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40480" y="133045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evaluation/workflow_status.json (12/12 PASS)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749808" y="187452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197510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baseline + AI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40480" y="197053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phase_03_ai_verification/results/evaluation_summary.json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87552" y="261518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10-seed random controls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40480" y="261061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evaluation/repeatability/phase4c_*/...summary.json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749808" y="315468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87552" y="325526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fresh AI runs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840480" y="325069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evaluation/repeatability/hermes_trials/phase4c2_*/...summary.json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749808" y="379476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87552" y="389534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mutants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40480" y="389077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evaluation/fault_injection/phase4d5_reset_checker_*/...json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749808" y="443484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87552" y="453542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feedback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40480" y="453085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evaluation/feedback_closure/phase4d7_*/...report.md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749808" y="5074920"/>
            <a:ext cx="10725912" cy="530352"/>
          </a:xfrm>
          <a:prstGeom prst="roundRect">
            <a:avLst>
              <a:gd name="adj" fmla="val 20690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87552" y="517550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4E audit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840480" y="5170932"/>
            <a:ext cx="7260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phase_04_uart_novelty/research/PHASE4E_EVIDENCE_AUDIT.json</a:t>
            </a:r>
            <a:endParaRPr lang="en-US" sz="1110" dirty="0"/>
          </a:p>
        </p:txBody>
      </p:sp>
      <p:sp>
        <p:nvSpPr>
          <p:cNvPr id="30" name="Text 28"/>
          <p:cNvSpPr/>
          <p:nvPr/>
        </p:nvSpPr>
        <p:spPr>
          <a:xfrm>
            <a:off x="978408" y="59618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86A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historical files are historical evidence, not the review structure. Keep manifests, tool versions and provenance.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Conclusions and project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verification passed; submission-readiness is separate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490472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1362456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four phases implemented and the phase-workflow audit reports 12/12 PASS.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286000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2157984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Hermes produces validated UART test cases with strong repeatability and explicit feedback closure.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081528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51560" y="295351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Corrected-oracle fault sensitivity matches balanced-directed tests for 14 selected mutants.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3877056"/>
            <a:ext cx="91440" cy="91440"/>
          </a:xfrm>
          <a:prstGeom prst="ellipse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51560" y="3749040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34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final submission: institute template, tool/model provenance, clean checkout, data/privacy and licensing audit.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77824" y="5038344"/>
            <a:ext cx="10533888" cy="731520"/>
          </a:xfrm>
          <a:prstGeom prst="roundRect">
            <a:avLst>
              <a:gd name="adj" fmla="val 15000"/>
            </a:avLst>
          </a:prstGeom>
          <a:solidFill>
            <a:srgbClr val="132844"/>
          </a:solidFill>
          <a:ln w="12700">
            <a:solidFill>
              <a:srgbClr val="13284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24712" y="5239512"/>
            <a:ext cx="10049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only what was measured. Preserve both the positive results and the methodological limitations.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7F89"/>
          </a:solidFill>
          <a:ln w="12700">
            <a:solidFill>
              <a:srgbClr val="0B7F8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38912" y="301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33272" y="2286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3272" y="77724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bibliographic details and DOI links are in the accompanying thesis draft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92840" cy="0"/>
          </a:xfrm>
          <a:prstGeom prst="line">
            <a:avLst/>
          </a:prstGeom>
          <a:noFill/>
          <a:ln w="10160">
            <a:solidFill>
              <a:srgbClr val="DDE6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75488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· PHASE-BASED RTL VERIFICATION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28832" y="654710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B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86384" y="1188720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2416" y="1316736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[R1] AutoBench — ACM/IEEE MLCAD 2024 — doi:10.1145/3670474.3685956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1865376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2416" y="199339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[R2] CorrectBench — IEEE DATE 2025 — doi:10.23919/DATE64628.2025.10992873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" y="2542032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2416" y="2670048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[R3] LLM4DV — IEEE FCCM 2025 — doi:10.1109/FCCM62733.2025.00048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" y="3218688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42416" y="3346704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[R4] ChatTest — IEEE DATE 2026 — doi:10.23919/DATE69613.2026.11539733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" y="3895344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2416" y="4023360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[R5] AssertMiner-pro — Elsevier Integration 2026 — doi:10.1016/j.vlsi.2026.102797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" y="4572000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42416" y="4700016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[R6] Enhancing Search-Based Testing — Springer ASE 2025 — doi:10.1007/s10515-025-00531-7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6384" y="5248656"/>
            <a:ext cx="10552176" cy="512064"/>
          </a:xfrm>
          <a:prstGeom prst="roundRect">
            <a:avLst>
              <a:gd name="adj" fmla="val 21429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42416" y="537667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32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[R7] LLMs for Verification, Testing, and Design — IEEE ETS 2025 — doi:10.1109/ETS63895.2025.11049311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619963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journal/conference submission, read full nearest-prior-art methods and validate publication claims.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1874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59536" y="2962656"/>
            <a:ext cx="10195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C8EB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on the four phases, evidence, and research limitations?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59536" y="538581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CE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12/12 internal workflow gates passed  ·  submission format and clean checkout remain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M.Tech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RTL Test Generation — Phase-Based Review</dc:title>
  <dc:subject>Simulation-only AI-driven RTL UART Verification</dc:subject>
  <dc:creator>M.Tech Project - Technical Draft</dc:creator>
  <cp:lastModifiedBy>M.Tech Project - Technical Draft</cp:lastModifiedBy>
  <cp:revision>1</cp:revision>
  <dcterms:created xsi:type="dcterms:W3CDTF">2026-10-10T13:46:57Z</dcterms:created>
  <dcterms:modified xsi:type="dcterms:W3CDTF">2026-10-10T13:46:57Z</dcterms:modified>
</cp:coreProperties>
</file>